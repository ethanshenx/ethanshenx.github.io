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373D"/>
    <a:srgbClr val="435469"/>
    <a:srgbClr val="F3EEB4"/>
    <a:srgbClr val="D3D478"/>
    <a:srgbClr val="DC6464"/>
    <a:srgbClr val="F6CFCA"/>
    <a:srgbClr val="C5E5FC"/>
    <a:srgbClr val="C5E5FB"/>
    <a:srgbClr val="7EAAC9"/>
    <a:srgbClr val="ACD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7"/>
    <p:restoredTop sz="94606"/>
  </p:normalViewPr>
  <p:slideViewPr>
    <p:cSldViewPr snapToGrid="0">
      <p:cViewPr>
        <p:scale>
          <a:sx n="56" d="100"/>
          <a:sy n="56" d="100"/>
        </p:scale>
        <p:origin x="1560" y="1296"/>
      </p:cViewPr>
      <p:guideLst/>
    </p:cSldViewPr>
  </p:slideViewPr>
  <p:notesTextViewPr>
    <p:cViewPr>
      <p:scale>
        <a:sx n="160" d="100"/>
        <a:sy n="160" d="100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41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C796DC-C371-AD47-807A-DA077A242E48}" type="doc">
      <dgm:prSet loTypeId="urn:microsoft.com/office/officeart/2005/8/layout/radial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C1D87E3-A786-1343-86CB-8317C8EA68C6}">
      <dgm:prSet phldrT="[Text]" custT="1"/>
      <dgm:spPr>
        <a:gradFill flip="none" rotWithShape="1">
          <a:gsLst>
            <a:gs pos="0">
              <a:srgbClr val="F7F2EF"/>
            </a:gs>
            <a:gs pos="100000">
              <a:srgbClr val="888365"/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pPr>
            <a:lnSpc>
              <a:spcPct val="100000"/>
            </a:lnSpc>
          </a:pPr>
          <a:r>
            <a:rPr lang="en-GB" sz="2000" b="1" i="0" dirty="0">
              <a:solidFill>
                <a:schemeClr val="tx1"/>
              </a:solidFill>
            </a:rPr>
            <a:t>Multi-Omics</a:t>
          </a:r>
        </a:p>
        <a:p>
          <a:pPr>
            <a:lnSpc>
              <a:spcPct val="100000"/>
            </a:lnSpc>
          </a:pPr>
          <a:r>
            <a:rPr lang="en-GB" sz="2000" b="1" i="0" dirty="0">
              <a:solidFill>
                <a:schemeClr val="tx1"/>
              </a:solidFill>
            </a:rPr>
            <a:t>Functional Assays</a:t>
          </a:r>
        </a:p>
      </dgm:t>
    </dgm:pt>
    <dgm:pt modelId="{9F6EB291-03BD-BB4E-AB1F-46A541DB6541}" type="parTrans" cxnId="{118D31EF-2C61-9040-A824-8C6110B628A5}">
      <dgm:prSet/>
      <dgm:spPr/>
      <dgm:t>
        <a:bodyPr/>
        <a:lstStyle/>
        <a:p>
          <a:endParaRPr lang="en-GB"/>
        </a:p>
      </dgm:t>
    </dgm:pt>
    <dgm:pt modelId="{96DB31B8-A2D9-1148-B202-2ED18F3C8DFD}" type="sibTrans" cxnId="{118D31EF-2C61-9040-A824-8C6110B628A5}">
      <dgm:prSet/>
      <dgm:spPr/>
      <dgm:t>
        <a:bodyPr/>
        <a:lstStyle/>
        <a:p>
          <a:endParaRPr lang="en-GB"/>
        </a:p>
      </dgm:t>
    </dgm:pt>
    <dgm:pt modelId="{D3AC0942-58FC-094F-840D-AFB003CE9825}">
      <dgm:prSet phldrT="[Text]" custT="1"/>
      <dgm:spPr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>
          <a:solidFill>
            <a:schemeClr val="bg1"/>
          </a:solidFill>
        </a:ln>
      </dgm:spPr>
      <dgm:t>
        <a:bodyPr/>
        <a:lstStyle/>
        <a:p>
          <a:r>
            <a:rPr lang="en-GB" sz="1800" dirty="0">
              <a:solidFill>
                <a:schemeClr val="bg1"/>
              </a:solidFill>
            </a:rPr>
            <a:t>Cell Fate Decision</a:t>
          </a:r>
        </a:p>
      </dgm:t>
    </dgm:pt>
    <dgm:pt modelId="{2D1967B3-9503-6E4C-A2BF-6907A753F8C0}" type="parTrans" cxnId="{9B398EAD-3F65-6748-8AB0-5A975D7C35F3}">
      <dgm:prSet/>
      <dgm:spPr/>
      <dgm:t>
        <a:bodyPr/>
        <a:lstStyle/>
        <a:p>
          <a:endParaRPr lang="en-GB"/>
        </a:p>
      </dgm:t>
    </dgm:pt>
    <dgm:pt modelId="{552850D4-7277-3947-A55C-A13F92B922DE}" type="sibTrans" cxnId="{9B398EAD-3F65-6748-8AB0-5A975D7C35F3}">
      <dgm:prSet/>
      <dgm:spPr>
        <a:solidFill>
          <a:srgbClr val="E1DCCA"/>
        </a:solidFill>
      </dgm:spPr>
      <dgm:t>
        <a:bodyPr/>
        <a:lstStyle/>
        <a:p>
          <a:endParaRPr lang="en-GB"/>
        </a:p>
      </dgm:t>
    </dgm:pt>
    <dgm:pt modelId="{61F7089E-A0B1-8241-A17A-0EDD6E6B713E}">
      <dgm:prSet phldrT="[Text]" custT="1"/>
      <dgm:spPr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>
          <a:solidFill>
            <a:schemeClr val="bg1"/>
          </a:solidFill>
        </a:ln>
      </dgm:spPr>
      <dgm:t>
        <a:bodyPr/>
        <a:lstStyle/>
        <a:p>
          <a:r>
            <a:rPr lang="en-GB" sz="1800" dirty="0"/>
            <a:t>Aging</a:t>
          </a:r>
          <a:endParaRPr lang="en-GB" sz="1400" dirty="0"/>
        </a:p>
      </dgm:t>
    </dgm:pt>
    <dgm:pt modelId="{942F09EC-FE3C-7D47-AF86-C3E0A7874DF6}" type="parTrans" cxnId="{7481D8C2-073C-6443-B7B8-838D83DED913}">
      <dgm:prSet/>
      <dgm:spPr/>
      <dgm:t>
        <a:bodyPr/>
        <a:lstStyle/>
        <a:p>
          <a:endParaRPr lang="en-GB"/>
        </a:p>
      </dgm:t>
    </dgm:pt>
    <dgm:pt modelId="{C61F1483-B073-E84A-AE55-09AA1DECC93D}" type="sibTrans" cxnId="{7481D8C2-073C-6443-B7B8-838D83DED913}">
      <dgm:prSet/>
      <dgm:spPr>
        <a:solidFill>
          <a:srgbClr val="E1DCCA"/>
        </a:solidFill>
      </dgm:spPr>
      <dgm:t>
        <a:bodyPr/>
        <a:lstStyle/>
        <a:p>
          <a:endParaRPr lang="en-GB"/>
        </a:p>
      </dgm:t>
    </dgm:pt>
    <dgm:pt modelId="{70373740-EFF3-314A-AA6B-639592F93688}">
      <dgm:prSet phldrT="[Text]" custT="1"/>
      <dgm:spPr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>
          <a:solidFill>
            <a:schemeClr val="bg1"/>
          </a:solidFill>
        </a:ln>
      </dgm:spPr>
      <dgm:t>
        <a:bodyPr/>
        <a:lstStyle/>
        <a:p>
          <a:r>
            <a:rPr lang="en-GB" sz="1700" dirty="0"/>
            <a:t>Resource</a:t>
          </a:r>
        </a:p>
      </dgm:t>
    </dgm:pt>
    <dgm:pt modelId="{AD3C3AD7-2042-8342-AB04-5AE325A4F6FB}" type="parTrans" cxnId="{5578F409-923D-064A-A594-9AF034F27961}">
      <dgm:prSet/>
      <dgm:spPr/>
      <dgm:t>
        <a:bodyPr/>
        <a:lstStyle/>
        <a:p>
          <a:endParaRPr lang="en-GB"/>
        </a:p>
      </dgm:t>
    </dgm:pt>
    <dgm:pt modelId="{05579E19-0017-244D-9BF8-E4A427081AC8}" type="sibTrans" cxnId="{5578F409-923D-064A-A594-9AF034F27961}">
      <dgm:prSet/>
      <dgm:spPr>
        <a:solidFill>
          <a:srgbClr val="E1DCCA"/>
        </a:solidFill>
      </dgm:spPr>
      <dgm:t>
        <a:bodyPr/>
        <a:lstStyle/>
        <a:p>
          <a:endParaRPr lang="en-GB"/>
        </a:p>
      </dgm:t>
    </dgm:pt>
    <dgm:pt modelId="{623C2A08-4DD7-8843-94F9-12C14F5F8A1F}">
      <dgm:prSet phldrT="[Text]" custT="1"/>
      <dgm:spPr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>
          <a:solidFill>
            <a:schemeClr val="bg1"/>
          </a:solidFill>
        </a:ln>
      </dgm:spPr>
      <dgm:t>
        <a:bodyPr/>
        <a:lstStyle/>
        <a:p>
          <a:r>
            <a:rPr lang="en-GB" sz="1800" dirty="0"/>
            <a:t>Cancer Origin</a:t>
          </a:r>
        </a:p>
      </dgm:t>
    </dgm:pt>
    <dgm:pt modelId="{5B34AD50-C37A-D44C-AD01-98CB454565F1}" type="parTrans" cxnId="{318E78D0-8970-3546-84F4-AA0568AFD99F}">
      <dgm:prSet/>
      <dgm:spPr/>
      <dgm:t>
        <a:bodyPr/>
        <a:lstStyle/>
        <a:p>
          <a:endParaRPr lang="en-GB"/>
        </a:p>
      </dgm:t>
    </dgm:pt>
    <dgm:pt modelId="{D8EC8710-129E-CD45-A931-4C5A06AAAF59}" type="sibTrans" cxnId="{318E78D0-8970-3546-84F4-AA0568AFD99F}">
      <dgm:prSet/>
      <dgm:spPr>
        <a:gradFill flip="none" rotWithShape="1">
          <a:gsLst>
            <a:gs pos="100000">
              <a:srgbClr val="C6C1A5"/>
            </a:gs>
            <a:gs pos="0">
              <a:srgbClr val="E1DCCA"/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endParaRPr lang="en-GB"/>
        </a:p>
      </dgm:t>
    </dgm:pt>
    <dgm:pt modelId="{61B6D6F0-70A9-8D41-8649-D7F88F940C9C}" type="pres">
      <dgm:prSet presAssocID="{A2C796DC-C371-AD47-807A-DA077A242E4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DAC0594-E532-494C-BAF2-F1D957BD8B81}" type="pres">
      <dgm:prSet presAssocID="{7C1D87E3-A786-1343-86CB-8317C8EA68C6}" presName="centerShape" presStyleLbl="node0" presStyleIdx="0" presStyleCnt="1" custScaleX="119608" custScaleY="119608"/>
      <dgm:spPr/>
    </dgm:pt>
    <dgm:pt modelId="{E796C078-6108-6D4F-96EA-11D194A8ACFD}" type="pres">
      <dgm:prSet presAssocID="{D3AC0942-58FC-094F-840D-AFB003CE9825}" presName="node" presStyleLbl="node1" presStyleIdx="0" presStyleCnt="4">
        <dgm:presLayoutVars>
          <dgm:bulletEnabled val="1"/>
        </dgm:presLayoutVars>
      </dgm:prSet>
      <dgm:spPr/>
    </dgm:pt>
    <dgm:pt modelId="{012B9095-ED79-7F46-8DCB-0309D8ED2239}" type="pres">
      <dgm:prSet presAssocID="{D3AC0942-58FC-094F-840D-AFB003CE9825}" presName="dummy" presStyleCnt="0"/>
      <dgm:spPr/>
    </dgm:pt>
    <dgm:pt modelId="{063A9A68-49CE-F845-AB51-C236B6FC2EE2}" type="pres">
      <dgm:prSet presAssocID="{552850D4-7277-3947-A55C-A13F92B922DE}" presName="sibTrans" presStyleLbl="sibTrans2D1" presStyleIdx="0" presStyleCnt="4"/>
      <dgm:spPr/>
    </dgm:pt>
    <dgm:pt modelId="{61A7DF52-C744-5A4A-BD29-9DAD2FE96FA5}" type="pres">
      <dgm:prSet presAssocID="{61F7089E-A0B1-8241-A17A-0EDD6E6B713E}" presName="node" presStyleLbl="node1" presStyleIdx="1" presStyleCnt="4">
        <dgm:presLayoutVars>
          <dgm:bulletEnabled val="1"/>
        </dgm:presLayoutVars>
      </dgm:prSet>
      <dgm:spPr/>
    </dgm:pt>
    <dgm:pt modelId="{005E8CAE-214F-8041-A314-EE7E7DEC3590}" type="pres">
      <dgm:prSet presAssocID="{61F7089E-A0B1-8241-A17A-0EDD6E6B713E}" presName="dummy" presStyleCnt="0"/>
      <dgm:spPr/>
    </dgm:pt>
    <dgm:pt modelId="{52C27442-E50C-0448-BCA6-B527C0351819}" type="pres">
      <dgm:prSet presAssocID="{C61F1483-B073-E84A-AE55-09AA1DECC93D}" presName="sibTrans" presStyleLbl="sibTrans2D1" presStyleIdx="1" presStyleCnt="4"/>
      <dgm:spPr/>
    </dgm:pt>
    <dgm:pt modelId="{D7388E38-38AF-CA4D-8E13-A16B2497E85D}" type="pres">
      <dgm:prSet presAssocID="{70373740-EFF3-314A-AA6B-639592F93688}" presName="node" presStyleLbl="node1" presStyleIdx="2" presStyleCnt="4">
        <dgm:presLayoutVars>
          <dgm:bulletEnabled val="1"/>
        </dgm:presLayoutVars>
      </dgm:prSet>
      <dgm:spPr/>
    </dgm:pt>
    <dgm:pt modelId="{B91F27B4-7107-0646-A126-A284FED31E6F}" type="pres">
      <dgm:prSet presAssocID="{70373740-EFF3-314A-AA6B-639592F93688}" presName="dummy" presStyleCnt="0"/>
      <dgm:spPr/>
    </dgm:pt>
    <dgm:pt modelId="{D3399264-B71E-844C-8CE4-837B2C8E8D04}" type="pres">
      <dgm:prSet presAssocID="{05579E19-0017-244D-9BF8-E4A427081AC8}" presName="sibTrans" presStyleLbl="sibTrans2D1" presStyleIdx="2" presStyleCnt="4"/>
      <dgm:spPr/>
    </dgm:pt>
    <dgm:pt modelId="{B20B80C4-2476-BD45-B640-B458E25CD1B1}" type="pres">
      <dgm:prSet presAssocID="{623C2A08-4DD7-8843-94F9-12C14F5F8A1F}" presName="node" presStyleLbl="node1" presStyleIdx="3" presStyleCnt="4">
        <dgm:presLayoutVars>
          <dgm:bulletEnabled val="1"/>
        </dgm:presLayoutVars>
      </dgm:prSet>
      <dgm:spPr/>
    </dgm:pt>
    <dgm:pt modelId="{90140F39-A370-4748-B6E5-FDDD78DDA618}" type="pres">
      <dgm:prSet presAssocID="{623C2A08-4DD7-8843-94F9-12C14F5F8A1F}" presName="dummy" presStyleCnt="0"/>
      <dgm:spPr/>
    </dgm:pt>
    <dgm:pt modelId="{5185A125-D2CD-A241-B1A6-D779F3BABF8B}" type="pres">
      <dgm:prSet presAssocID="{D8EC8710-129E-CD45-A931-4C5A06AAAF59}" presName="sibTrans" presStyleLbl="sibTrans2D1" presStyleIdx="3" presStyleCnt="4"/>
      <dgm:spPr/>
    </dgm:pt>
  </dgm:ptLst>
  <dgm:cxnLst>
    <dgm:cxn modelId="{5578F409-923D-064A-A594-9AF034F27961}" srcId="{7C1D87E3-A786-1343-86CB-8317C8EA68C6}" destId="{70373740-EFF3-314A-AA6B-639592F93688}" srcOrd="2" destOrd="0" parTransId="{AD3C3AD7-2042-8342-AB04-5AE325A4F6FB}" sibTransId="{05579E19-0017-244D-9BF8-E4A427081AC8}"/>
    <dgm:cxn modelId="{BFBE7516-C00D-B746-8CBD-1486A426934F}" type="presOf" srcId="{D8EC8710-129E-CD45-A931-4C5A06AAAF59}" destId="{5185A125-D2CD-A241-B1A6-D779F3BABF8B}" srcOrd="0" destOrd="0" presId="urn:microsoft.com/office/officeart/2005/8/layout/radial6"/>
    <dgm:cxn modelId="{B9437E3E-4607-9541-ABAC-25665329D3BA}" type="presOf" srcId="{05579E19-0017-244D-9BF8-E4A427081AC8}" destId="{D3399264-B71E-844C-8CE4-837B2C8E8D04}" srcOrd="0" destOrd="0" presId="urn:microsoft.com/office/officeart/2005/8/layout/radial6"/>
    <dgm:cxn modelId="{C3A4BA43-1559-1C42-848F-501582B65B35}" type="presOf" srcId="{D3AC0942-58FC-094F-840D-AFB003CE9825}" destId="{E796C078-6108-6D4F-96EA-11D194A8ACFD}" srcOrd="0" destOrd="0" presId="urn:microsoft.com/office/officeart/2005/8/layout/radial6"/>
    <dgm:cxn modelId="{697B5859-1E7F-624F-80D8-4C7818D8C5B5}" type="presOf" srcId="{623C2A08-4DD7-8843-94F9-12C14F5F8A1F}" destId="{B20B80C4-2476-BD45-B640-B458E25CD1B1}" srcOrd="0" destOrd="0" presId="urn:microsoft.com/office/officeart/2005/8/layout/radial6"/>
    <dgm:cxn modelId="{8814C35F-3AB5-614D-BADD-630769C7C737}" type="presOf" srcId="{C61F1483-B073-E84A-AE55-09AA1DECC93D}" destId="{52C27442-E50C-0448-BCA6-B527C0351819}" srcOrd="0" destOrd="0" presId="urn:microsoft.com/office/officeart/2005/8/layout/radial6"/>
    <dgm:cxn modelId="{9F7FC888-878C-E847-9EF1-A84AB91797B2}" type="presOf" srcId="{7C1D87E3-A786-1343-86CB-8317C8EA68C6}" destId="{8DAC0594-E532-494C-BAF2-F1D957BD8B81}" srcOrd="0" destOrd="0" presId="urn:microsoft.com/office/officeart/2005/8/layout/radial6"/>
    <dgm:cxn modelId="{9B398EAD-3F65-6748-8AB0-5A975D7C35F3}" srcId="{7C1D87E3-A786-1343-86CB-8317C8EA68C6}" destId="{D3AC0942-58FC-094F-840D-AFB003CE9825}" srcOrd="0" destOrd="0" parTransId="{2D1967B3-9503-6E4C-A2BF-6907A753F8C0}" sibTransId="{552850D4-7277-3947-A55C-A13F92B922DE}"/>
    <dgm:cxn modelId="{7481D8C2-073C-6443-B7B8-838D83DED913}" srcId="{7C1D87E3-A786-1343-86CB-8317C8EA68C6}" destId="{61F7089E-A0B1-8241-A17A-0EDD6E6B713E}" srcOrd="1" destOrd="0" parTransId="{942F09EC-FE3C-7D47-AF86-C3E0A7874DF6}" sibTransId="{C61F1483-B073-E84A-AE55-09AA1DECC93D}"/>
    <dgm:cxn modelId="{FF9D1DC8-AF02-8444-AE13-44DC03F74996}" type="presOf" srcId="{61F7089E-A0B1-8241-A17A-0EDD6E6B713E}" destId="{61A7DF52-C744-5A4A-BD29-9DAD2FE96FA5}" srcOrd="0" destOrd="0" presId="urn:microsoft.com/office/officeart/2005/8/layout/radial6"/>
    <dgm:cxn modelId="{318E78D0-8970-3546-84F4-AA0568AFD99F}" srcId="{7C1D87E3-A786-1343-86CB-8317C8EA68C6}" destId="{623C2A08-4DD7-8843-94F9-12C14F5F8A1F}" srcOrd="3" destOrd="0" parTransId="{5B34AD50-C37A-D44C-AD01-98CB454565F1}" sibTransId="{D8EC8710-129E-CD45-A931-4C5A06AAAF59}"/>
    <dgm:cxn modelId="{82E6A0D5-5D81-884A-BDF7-2869352190D9}" type="presOf" srcId="{A2C796DC-C371-AD47-807A-DA077A242E48}" destId="{61B6D6F0-70A9-8D41-8649-D7F88F940C9C}" srcOrd="0" destOrd="0" presId="urn:microsoft.com/office/officeart/2005/8/layout/radial6"/>
    <dgm:cxn modelId="{B11318D8-7C8B-C246-872C-ACC25292BFA1}" type="presOf" srcId="{70373740-EFF3-314A-AA6B-639592F93688}" destId="{D7388E38-38AF-CA4D-8E13-A16B2497E85D}" srcOrd="0" destOrd="0" presId="urn:microsoft.com/office/officeart/2005/8/layout/radial6"/>
    <dgm:cxn modelId="{118D31EF-2C61-9040-A824-8C6110B628A5}" srcId="{A2C796DC-C371-AD47-807A-DA077A242E48}" destId="{7C1D87E3-A786-1343-86CB-8317C8EA68C6}" srcOrd="0" destOrd="0" parTransId="{9F6EB291-03BD-BB4E-AB1F-46A541DB6541}" sibTransId="{96DB31B8-A2D9-1148-B202-2ED18F3C8DFD}"/>
    <dgm:cxn modelId="{BD7F53FA-39C8-7444-928A-A0AEC352313C}" type="presOf" srcId="{552850D4-7277-3947-A55C-A13F92B922DE}" destId="{063A9A68-49CE-F845-AB51-C236B6FC2EE2}" srcOrd="0" destOrd="0" presId="urn:microsoft.com/office/officeart/2005/8/layout/radial6"/>
    <dgm:cxn modelId="{9FC7A1B3-6893-6E4F-960F-21F891DFDFB3}" type="presParOf" srcId="{61B6D6F0-70A9-8D41-8649-D7F88F940C9C}" destId="{8DAC0594-E532-494C-BAF2-F1D957BD8B81}" srcOrd="0" destOrd="0" presId="urn:microsoft.com/office/officeart/2005/8/layout/radial6"/>
    <dgm:cxn modelId="{9D26761E-445F-CB4D-8410-43492DD7E9F7}" type="presParOf" srcId="{61B6D6F0-70A9-8D41-8649-D7F88F940C9C}" destId="{E796C078-6108-6D4F-96EA-11D194A8ACFD}" srcOrd="1" destOrd="0" presId="urn:microsoft.com/office/officeart/2005/8/layout/radial6"/>
    <dgm:cxn modelId="{2B80EBAE-D9FB-9342-9708-F900FD048A58}" type="presParOf" srcId="{61B6D6F0-70A9-8D41-8649-D7F88F940C9C}" destId="{012B9095-ED79-7F46-8DCB-0309D8ED2239}" srcOrd="2" destOrd="0" presId="urn:microsoft.com/office/officeart/2005/8/layout/radial6"/>
    <dgm:cxn modelId="{FA5EF76A-59CF-8146-842E-BB7D6C9D41AF}" type="presParOf" srcId="{61B6D6F0-70A9-8D41-8649-D7F88F940C9C}" destId="{063A9A68-49CE-F845-AB51-C236B6FC2EE2}" srcOrd="3" destOrd="0" presId="urn:microsoft.com/office/officeart/2005/8/layout/radial6"/>
    <dgm:cxn modelId="{FAE7DA1F-61AA-B341-A90F-88D6E65FEAB1}" type="presParOf" srcId="{61B6D6F0-70A9-8D41-8649-D7F88F940C9C}" destId="{61A7DF52-C744-5A4A-BD29-9DAD2FE96FA5}" srcOrd="4" destOrd="0" presId="urn:microsoft.com/office/officeart/2005/8/layout/radial6"/>
    <dgm:cxn modelId="{3EA78B16-C2FF-E545-8326-533B227574C7}" type="presParOf" srcId="{61B6D6F0-70A9-8D41-8649-D7F88F940C9C}" destId="{005E8CAE-214F-8041-A314-EE7E7DEC3590}" srcOrd="5" destOrd="0" presId="urn:microsoft.com/office/officeart/2005/8/layout/radial6"/>
    <dgm:cxn modelId="{7EE84D7F-D614-2B46-95B3-DD16F4424D89}" type="presParOf" srcId="{61B6D6F0-70A9-8D41-8649-D7F88F940C9C}" destId="{52C27442-E50C-0448-BCA6-B527C0351819}" srcOrd="6" destOrd="0" presId="urn:microsoft.com/office/officeart/2005/8/layout/radial6"/>
    <dgm:cxn modelId="{0BF484ED-31DF-DA40-9E12-943B5B973DA3}" type="presParOf" srcId="{61B6D6F0-70A9-8D41-8649-D7F88F940C9C}" destId="{D7388E38-38AF-CA4D-8E13-A16B2497E85D}" srcOrd="7" destOrd="0" presId="urn:microsoft.com/office/officeart/2005/8/layout/radial6"/>
    <dgm:cxn modelId="{73D86093-F03F-A24E-A279-5EEE9118CD23}" type="presParOf" srcId="{61B6D6F0-70A9-8D41-8649-D7F88F940C9C}" destId="{B91F27B4-7107-0646-A126-A284FED31E6F}" srcOrd="8" destOrd="0" presId="urn:microsoft.com/office/officeart/2005/8/layout/radial6"/>
    <dgm:cxn modelId="{E34ED9BE-3B17-6045-AAD1-AEE3B299ABC8}" type="presParOf" srcId="{61B6D6F0-70A9-8D41-8649-D7F88F940C9C}" destId="{D3399264-B71E-844C-8CE4-837B2C8E8D04}" srcOrd="9" destOrd="0" presId="urn:microsoft.com/office/officeart/2005/8/layout/radial6"/>
    <dgm:cxn modelId="{13BC6B39-CD22-4249-A010-2616BF6294A9}" type="presParOf" srcId="{61B6D6F0-70A9-8D41-8649-D7F88F940C9C}" destId="{B20B80C4-2476-BD45-B640-B458E25CD1B1}" srcOrd="10" destOrd="0" presId="urn:microsoft.com/office/officeart/2005/8/layout/radial6"/>
    <dgm:cxn modelId="{026DF6D3-A2C2-9143-ABD1-39C0CC44E802}" type="presParOf" srcId="{61B6D6F0-70A9-8D41-8649-D7F88F940C9C}" destId="{90140F39-A370-4748-B6E5-FDDD78DDA618}" srcOrd="11" destOrd="0" presId="urn:microsoft.com/office/officeart/2005/8/layout/radial6"/>
    <dgm:cxn modelId="{8C86C84B-1CC0-E74D-B538-057EBB0EC8F0}" type="presParOf" srcId="{61B6D6F0-70A9-8D41-8649-D7F88F940C9C}" destId="{5185A125-D2CD-A241-B1A6-D779F3BABF8B}" srcOrd="12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5A125-D2CD-A241-B1A6-D779F3BABF8B}">
      <dsp:nvSpPr>
        <dsp:cNvPr id="0" name=""/>
        <dsp:cNvSpPr/>
      </dsp:nvSpPr>
      <dsp:spPr>
        <a:xfrm>
          <a:off x="1996328" y="612372"/>
          <a:ext cx="4073241" cy="4073241"/>
        </a:xfrm>
        <a:prstGeom prst="blockArc">
          <a:avLst>
            <a:gd name="adj1" fmla="val 10800000"/>
            <a:gd name="adj2" fmla="val 16200000"/>
            <a:gd name="adj3" fmla="val 4644"/>
          </a:avLst>
        </a:prstGeom>
        <a:gradFill flip="none" rotWithShape="1">
          <a:gsLst>
            <a:gs pos="100000">
              <a:srgbClr val="C6C1A5"/>
            </a:gs>
            <a:gs pos="0">
              <a:srgbClr val="E1DCCA"/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99264-B71E-844C-8CE4-837B2C8E8D04}">
      <dsp:nvSpPr>
        <dsp:cNvPr id="0" name=""/>
        <dsp:cNvSpPr/>
      </dsp:nvSpPr>
      <dsp:spPr>
        <a:xfrm>
          <a:off x="1996328" y="612372"/>
          <a:ext cx="4073241" cy="4073241"/>
        </a:xfrm>
        <a:prstGeom prst="blockArc">
          <a:avLst>
            <a:gd name="adj1" fmla="val 5400000"/>
            <a:gd name="adj2" fmla="val 10800000"/>
            <a:gd name="adj3" fmla="val 4644"/>
          </a:avLst>
        </a:prstGeom>
        <a:solidFill>
          <a:srgbClr val="E1DCC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27442-E50C-0448-BCA6-B527C0351819}">
      <dsp:nvSpPr>
        <dsp:cNvPr id="0" name=""/>
        <dsp:cNvSpPr/>
      </dsp:nvSpPr>
      <dsp:spPr>
        <a:xfrm>
          <a:off x="1996328" y="612372"/>
          <a:ext cx="4073241" cy="4073241"/>
        </a:xfrm>
        <a:prstGeom prst="blockArc">
          <a:avLst>
            <a:gd name="adj1" fmla="val 0"/>
            <a:gd name="adj2" fmla="val 5400000"/>
            <a:gd name="adj3" fmla="val 4644"/>
          </a:avLst>
        </a:prstGeom>
        <a:solidFill>
          <a:srgbClr val="E1DCC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A9A68-49CE-F845-AB51-C236B6FC2EE2}">
      <dsp:nvSpPr>
        <dsp:cNvPr id="0" name=""/>
        <dsp:cNvSpPr/>
      </dsp:nvSpPr>
      <dsp:spPr>
        <a:xfrm>
          <a:off x="1996328" y="612372"/>
          <a:ext cx="4073241" cy="4073241"/>
        </a:xfrm>
        <a:prstGeom prst="blockArc">
          <a:avLst>
            <a:gd name="adj1" fmla="val 16200000"/>
            <a:gd name="adj2" fmla="val 0"/>
            <a:gd name="adj3" fmla="val 4644"/>
          </a:avLst>
        </a:prstGeom>
        <a:solidFill>
          <a:srgbClr val="E1DCC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C0594-E532-494C-BAF2-F1D957BD8B81}">
      <dsp:nvSpPr>
        <dsp:cNvPr id="0" name=""/>
        <dsp:cNvSpPr/>
      </dsp:nvSpPr>
      <dsp:spPr>
        <a:xfrm>
          <a:off x="2910631" y="1526674"/>
          <a:ext cx="2244636" cy="2244636"/>
        </a:xfrm>
        <a:prstGeom prst="ellipse">
          <a:avLst/>
        </a:prstGeom>
        <a:gradFill flip="none" rotWithShape="1">
          <a:gsLst>
            <a:gs pos="0">
              <a:srgbClr val="F7F2EF"/>
            </a:gs>
            <a:gs pos="100000">
              <a:srgbClr val="888365"/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>
              <a:solidFill>
                <a:schemeClr val="tx1"/>
              </a:solidFill>
            </a:rPr>
            <a:t>Multi-Omics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>
              <a:solidFill>
                <a:schemeClr val="tx1"/>
              </a:solidFill>
            </a:rPr>
            <a:t>Functional Assays</a:t>
          </a:r>
        </a:p>
      </dsp:txBody>
      <dsp:txXfrm>
        <a:off x="3239350" y="1855393"/>
        <a:ext cx="1587198" cy="1587198"/>
      </dsp:txXfrm>
    </dsp:sp>
    <dsp:sp modelId="{E796C078-6108-6D4F-96EA-11D194A8ACFD}">
      <dsp:nvSpPr>
        <dsp:cNvPr id="0" name=""/>
        <dsp:cNvSpPr/>
      </dsp:nvSpPr>
      <dsp:spPr>
        <a:xfrm>
          <a:off x="3376118" y="2832"/>
          <a:ext cx="1313662" cy="1313662"/>
        </a:xfrm>
        <a:prstGeom prst="ellipse">
          <a:avLst/>
        </a:prstGeom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bg1"/>
              </a:solidFill>
            </a:rPr>
            <a:t>Cell Fate Decision</a:t>
          </a:r>
        </a:p>
      </dsp:txBody>
      <dsp:txXfrm>
        <a:off x="3568499" y="195213"/>
        <a:ext cx="928900" cy="928900"/>
      </dsp:txXfrm>
    </dsp:sp>
    <dsp:sp modelId="{61A7DF52-C744-5A4A-BD29-9DAD2FE96FA5}">
      <dsp:nvSpPr>
        <dsp:cNvPr id="0" name=""/>
        <dsp:cNvSpPr/>
      </dsp:nvSpPr>
      <dsp:spPr>
        <a:xfrm>
          <a:off x="5365447" y="1992161"/>
          <a:ext cx="1313662" cy="1313662"/>
        </a:xfrm>
        <a:prstGeom prst="ellipse">
          <a:avLst/>
        </a:prstGeom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Aging</a:t>
          </a:r>
          <a:endParaRPr lang="en-GB" sz="1400" kern="1200" dirty="0"/>
        </a:p>
      </dsp:txBody>
      <dsp:txXfrm>
        <a:off x="5557828" y="2184542"/>
        <a:ext cx="928900" cy="928900"/>
      </dsp:txXfrm>
    </dsp:sp>
    <dsp:sp modelId="{D7388E38-38AF-CA4D-8E13-A16B2497E85D}">
      <dsp:nvSpPr>
        <dsp:cNvPr id="0" name=""/>
        <dsp:cNvSpPr/>
      </dsp:nvSpPr>
      <dsp:spPr>
        <a:xfrm>
          <a:off x="3376118" y="3981490"/>
          <a:ext cx="1313662" cy="1313662"/>
        </a:xfrm>
        <a:prstGeom prst="ellipse">
          <a:avLst/>
        </a:prstGeom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Resource</a:t>
          </a:r>
        </a:p>
      </dsp:txBody>
      <dsp:txXfrm>
        <a:off x="3568499" y="4173871"/>
        <a:ext cx="928900" cy="928900"/>
      </dsp:txXfrm>
    </dsp:sp>
    <dsp:sp modelId="{B20B80C4-2476-BD45-B640-B458E25CD1B1}">
      <dsp:nvSpPr>
        <dsp:cNvPr id="0" name=""/>
        <dsp:cNvSpPr/>
      </dsp:nvSpPr>
      <dsp:spPr>
        <a:xfrm>
          <a:off x="1386789" y="1992161"/>
          <a:ext cx="1313662" cy="1313662"/>
        </a:xfrm>
        <a:prstGeom prst="ellipse">
          <a:avLst/>
        </a:prstGeom>
        <a:gradFill rotWithShape="0">
          <a:gsLst>
            <a:gs pos="100000">
              <a:srgbClr val="435469"/>
            </a:gs>
            <a:gs pos="0">
              <a:srgbClr val="C5CAD7"/>
            </a:gs>
          </a:gsLst>
          <a:lin ang="5400000" scaled="1"/>
        </a:gra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Cancer Origin</a:t>
          </a:r>
        </a:p>
      </dsp:txBody>
      <dsp:txXfrm>
        <a:off x="1579170" y="2184542"/>
        <a:ext cx="928900" cy="928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AAB23F-E002-90E2-8C79-EA0CFDDF9F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7AF9C-3DB7-7B7E-3E18-8D3E3418EA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67CB7-6C99-4D48-94F5-A6E1CFA3E6EB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559A-AE43-BA2F-FBAD-7B0321FA99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AFDB2-1832-49AD-60F9-87F4144900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50CA7-3FA3-194A-8E97-E431716BF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50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A44CD-9562-4541-8FD1-FD60036B71D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017A8-E8D8-BC49-B43C-F906E71E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84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5EB8C-830D-A04F-9A88-495D19C1D8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8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A865-7BDC-A649-EFAC-6FFBAF546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9FC0D-0312-271D-24ED-1E9C967D4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282E-4321-7312-8F58-97D4C7D6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765A0-9342-3A2F-3A61-0BE79CE2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5537-6BE6-8637-2B4B-8AF4A68C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5C7D6-46DC-7CA2-AFA6-A9BD7FDE776E}"/>
              </a:ext>
            </a:extLst>
          </p:cNvPr>
          <p:cNvSpPr/>
          <p:nvPr userDrawn="1"/>
        </p:nvSpPr>
        <p:spPr>
          <a:xfrm>
            <a:off x="0" y="-1"/>
            <a:ext cx="612396" cy="62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5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575B-07B3-E5A4-777B-CA775FE7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D72C8-57DF-F1A7-D4C5-417C6B2F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CF623-7334-DC71-F915-D26452B7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84E32-F2F5-0154-355E-8CF5C729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C928-C328-78F4-EA35-A808F337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DF82-091A-313D-EC7A-6386A0CE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23C28-047A-460F-CB8F-E3E357EB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F827E-A950-6F3A-BA10-D16B5B33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480CB-2EAF-AC00-8554-8AE196C4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B96A2-BDB6-1D0F-9961-EDAD92C3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65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04F0-FAB1-9AB3-493F-1AE7F80A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C9CCD-0418-199C-14B5-6BEFC6457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1EFDB-35EB-6088-FBB8-19D8C6B1C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49FA-DEAB-0847-E5AD-8E6AF5C3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0B96F-B1EF-DCD1-DB19-3A2C7E5A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FBDB8-06DC-476F-779A-67804F8A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1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56F6-4F64-D514-56AA-68049272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69D07-57F8-1347-1BA0-CCA7173DC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D9B46-7F31-0298-18A5-39B4BF34E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A460E-3C36-3C35-1E1E-1B843B482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5ABF5-87BA-9494-A9FD-489124D51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A7A9F-C7B9-A920-F147-B991B5C4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2AE6A-EB49-B159-5E2C-2AEC1191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EF451-232E-4793-9E6A-AD01237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6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025-3AAC-66BC-2FA1-8B08FF7F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B6902-493F-8AB2-4F87-92155D4A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6D891-3204-8F43-3303-065634C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9CAA1-2167-26C4-A4E6-974369D1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1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93D9C-E557-F5EE-9089-1D89140E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B324F-A26B-1364-882B-36BA0FB7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907E9-933D-62FF-069C-53F2C189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5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1976-5887-210F-38D7-844370E9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E866-56D3-5EBB-4BDD-7B9E4A4D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F275F-575C-93B8-58F9-E9BA66EF0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0A038-964C-D5A8-CCA4-8ADB8907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C1E28-E5A7-A1D1-0DF0-1F9A6B4E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1A3A8-BBF0-5DFD-CCAA-55E85E02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46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CA038-4F66-7F6A-A172-8DC082CD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86E70-FF4D-884A-5440-EF5608E8A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63C5-B816-BCBF-8CCA-AF800FC9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5199D-FFA5-E88B-F2DC-7BE45187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D95B0-DF90-78E8-2CA5-DC93A09C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A0116-F7C5-CC74-10F1-C93A342E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81E4-5D9B-CD47-4210-9F07A016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CFA8-88CB-8C9C-54FC-A78E976BA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AC772-F8F7-26BB-B0CA-22A20E32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4A3F1-02B5-4A81-6624-0D7DE9D7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3E6BC-60F8-9259-2D0F-2653D562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8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D425A-5938-987E-1B60-863A9825E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4A58E-CB54-3AE1-1F51-114B28AFE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92E2-D8D0-29C2-40B1-83B8D572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6CEA16-D658-9F44-B86A-36DBE85157E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66D40-3BEC-9E90-3442-EA22872A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00FB-8882-26D4-1171-A54FF61D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CB033-00EA-964D-9360-4869C35A6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9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41CF0-6733-2522-A884-59DBD09F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78" y="0"/>
            <a:ext cx="9402827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0AD2A-8E25-6E20-EA99-647586D04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78" y="1002664"/>
            <a:ext cx="11543071" cy="5520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64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hyperlink" Target="https://thenounproject.com/icon/cells-3864380/" TargetMode="External"/><Relationship Id="rId18" Type="http://schemas.openxmlformats.org/officeDocument/2006/relationships/image" Target="../media/image6.png"/><Relationship Id="rId26" Type="http://schemas.openxmlformats.org/officeDocument/2006/relationships/hyperlink" Target="https://thenounproject.com/icon/immune-7850877/" TargetMode="External"/><Relationship Id="rId3" Type="http://schemas.openxmlformats.org/officeDocument/2006/relationships/diagramData" Target="../diagrams/data1.xml"/><Relationship Id="rId21" Type="http://schemas.openxmlformats.org/officeDocument/2006/relationships/image" Target="../media/image8.png"/><Relationship Id="rId7" Type="http://schemas.microsoft.com/office/2007/relationships/diagramDrawing" Target="../diagrams/drawing1.xml"/><Relationship Id="rId12" Type="http://schemas.openxmlformats.org/officeDocument/2006/relationships/image" Target="../media/image3.png"/><Relationship Id="rId17" Type="http://schemas.openxmlformats.org/officeDocument/2006/relationships/hyperlink" Target="https://thenounproject.com/icon/cell-4728219/" TargetMode="External"/><Relationship Id="rId25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hyperlink" Target="https://thenounproject.com/icon/lines-6141830/" TargetMode="External"/><Relationship Id="rId24" Type="http://schemas.openxmlformats.org/officeDocument/2006/relationships/hyperlink" Target="https://thenounproject.com/icon/fire-7912704/" TargetMode="External"/><Relationship Id="rId5" Type="http://schemas.openxmlformats.org/officeDocument/2006/relationships/diagramQuickStyle" Target="../diagrams/quickStyle1.xml"/><Relationship Id="rId15" Type="http://schemas.openxmlformats.org/officeDocument/2006/relationships/hyperlink" Target="https://thenounproject.com/icon/dna-77921/" TargetMode="External"/><Relationship Id="rId23" Type="http://schemas.openxmlformats.org/officeDocument/2006/relationships/image" Target="../media/image9.png"/><Relationship Id="rId10" Type="http://schemas.openxmlformats.org/officeDocument/2006/relationships/image" Target="../media/image2.png"/><Relationship Id="rId19" Type="http://schemas.openxmlformats.org/officeDocument/2006/relationships/hyperlink" Target="https://thenounproject.com/icon/machine-learning-8035706/" TargetMode="External"/><Relationship Id="rId4" Type="http://schemas.openxmlformats.org/officeDocument/2006/relationships/diagramLayout" Target="../diagrams/layout1.xml"/><Relationship Id="rId9" Type="http://schemas.openxmlformats.org/officeDocument/2006/relationships/hyperlink" Target="https://thenounproject.com/icon/cell-7442948/" TargetMode="External"/><Relationship Id="rId14" Type="http://schemas.openxmlformats.org/officeDocument/2006/relationships/image" Target="../media/image4.png"/><Relationship Id="rId22" Type="http://schemas.openxmlformats.org/officeDocument/2006/relationships/hyperlink" Target="https://thenounproject.com/icon/atlas-7763746/" TargetMode="External"/><Relationship Id="rId2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A6972E-9D2B-2126-001D-998105E504AA}"/>
              </a:ext>
            </a:extLst>
          </p:cNvPr>
          <p:cNvSpPr/>
          <p:nvPr/>
        </p:nvSpPr>
        <p:spPr>
          <a:xfrm>
            <a:off x="461024" y="3692762"/>
            <a:ext cx="2881963" cy="646331"/>
          </a:xfrm>
          <a:prstGeom prst="rect">
            <a:avLst/>
          </a:prstGeom>
          <a:solidFill>
            <a:srgbClr val="E5E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F3884B-E34E-660F-55F6-96AA71FFC084}"/>
              </a:ext>
            </a:extLst>
          </p:cNvPr>
          <p:cNvSpPr>
            <a:spLocks/>
          </p:cNvSpPr>
          <p:nvPr/>
        </p:nvSpPr>
        <p:spPr>
          <a:xfrm>
            <a:off x="7830390" y="5640285"/>
            <a:ext cx="3584215" cy="1005840"/>
          </a:xfrm>
          <a:prstGeom prst="rect">
            <a:avLst/>
          </a:prstGeom>
          <a:solidFill>
            <a:srgbClr val="E5E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E09932-FEFB-BE2C-5F0F-176AFA35E35F}"/>
              </a:ext>
            </a:extLst>
          </p:cNvPr>
          <p:cNvSpPr>
            <a:spLocks/>
          </p:cNvSpPr>
          <p:nvPr/>
        </p:nvSpPr>
        <p:spPr>
          <a:xfrm>
            <a:off x="8849012" y="3450154"/>
            <a:ext cx="2881963" cy="1113780"/>
          </a:xfrm>
          <a:prstGeom prst="rect">
            <a:avLst/>
          </a:prstGeom>
          <a:solidFill>
            <a:srgbClr val="E5E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6FEE6D-F172-F55D-97EA-50B56FC909D5}"/>
              </a:ext>
            </a:extLst>
          </p:cNvPr>
          <p:cNvSpPr/>
          <p:nvPr/>
        </p:nvSpPr>
        <p:spPr>
          <a:xfrm>
            <a:off x="7321371" y="836705"/>
            <a:ext cx="2300271" cy="1113780"/>
          </a:xfrm>
          <a:prstGeom prst="rect">
            <a:avLst/>
          </a:prstGeom>
          <a:solidFill>
            <a:srgbClr val="E5E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D64F3D5-3590-3BAD-CC02-D7F0334CAD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481192"/>
              </p:ext>
            </p:extLst>
          </p:nvPr>
        </p:nvGraphicFramePr>
        <p:xfrm>
          <a:off x="2063050" y="1358051"/>
          <a:ext cx="8065899" cy="5297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776251C-31B4-BD75-C48A-AE403D646F8F}"/>
              </a:ext>
            </a:extLst>
          </p:cNvPr>
          <p:cNvSpPr txBox="1"/>
          <p:nvPr/>
        </p:nvSpPr>
        <p:spPr>
          <a:xfrm>
            <a:off x="7679644" y="1212525"/>
            <a:ext cx="1598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Lineage Origin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09EE6-0B71-3C8D-3567-25EB1005A1C2}"/>
              </a:ext>
            </a:extLst>
          </p:cNvPr>
          <p:cNvSpPr txBox="1"/>
          <p:nvPr/>
        </p:nvSpPr>
        <p:spPr>
          <a:xfrm>
            <a:off x="7679644" y="896023"/>
            <a:ext cx="1842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Adult Stem Cells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D7F11-28D0-4664-6CB1-12E7DF748CCE}"/>
              </a:ext>
            </a:extLst>
          </p:cNvPr>
          <p:cNvSpPr txBox="1"/>
          <p:nvPr/>
        </p:nvSpPr>
        <p:spPr>
          <a:xfrm>
            <a:off x="9127654" y="4127812"/>
            <a:ext cx="2567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Microenvironment Cues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DB09B-61FD-8C6E-2CB2-0B10C9C8B143}"/>
              </a:ext>
            </a:extLst>
          </p:cNvPr>
          <p:cNvSpPr txBox="1"/>
          <p:nvPr/>
        </p:nvSpPr>
        <p:spPr>
          <a:xfrm>
            <a:off x="9127654" y="3831262"/>
            <a:ext cx="2341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Epigenetic Regulation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12138-F7EF-2947-C45E-4DD8C57E8949}"/>
              </a:ext>
            </a:extLst>
          </p:cNvPr>
          <p:cNvSpPr txBox="1"/>
          <p:nvPr/>
        </p:nvSpPr>
        <p:spPr>
          <a:xfrm>
            <a:off x="9127654" y="3534712"/>
            <a:ext cx="1254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Biomarker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5041D8-EF4E-086D-D565-67377999E20B}"/>
              </a:ext>
            </a:extLst>
          </p:cNvPr>
          <p:cNvSpPr txBox="1"/>
          <p:nvPr/>
        </p:nvSpPr>
        <p:spPr>
          <a:xfrm>
            <a:off x="7679644" y="1529027"/>
            <a:ext cx="1885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Niche Regulation</a:t>
            </a:r>
          </a:p>
        </p:txBody>
      </p:sp>
      <p:pic>
        <p:nvPicPr>
          <p:cNvPr id="16" name="Picture 15" descr="cell icon">
            <a:extLst>
              <a:ext uri="{FF2B5EF4-FFF2-40B4-BE49-F238E27FC236}">
                <a16:creationId xmlns:a16="http://schemas.microsoft.com/office/drawing/2014/main" id="{AA77CB48-E430-8649-DC00-759434E59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2143" y="3578201"/>
            <a:ext cx="286125" cy="286125"/>
          </a:xfrm>
          <a:prstGeom prst="rect">
            <a:avLst/>
          </a:prstGeom>
        </p:spPr>
      </p:pic>
      <p:pic>
        <p:nvPicPr>
          <p:cNvPr id="1026" name="Picture 2" descr="cell icon">
            <a:hlinkClick r:id="rId9" tooltip="cell icon"/>
            <a:extLst>
              <a:ext uri="{FF2B5EF4-FFF2-40B4-BE49-F238E27FC236}">
                <a16:creationId xmlns:a16="http://schemas.microsoft.com/office/drawing/2014/main" id="{85E4158D-05AF-5C7B-585B-119EA6C97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27" y="958430"/>
            <a:ext cx="244517" cy="24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es icon">
            <a:hlinkClick r:id="rId11" tooltip="lines icon"/>
            <a:extLst>
              <a:ext uri="{FF2B5EF4-FFF2-40B4-BE49-F238E27FC236}">
                <a16:creationId xmlns:a16="http://schemas.microsoft.com/office/drawing/2014/main" id="{1205340C-E478-947F-CAB0-8E301CAA2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27" y="1275729"/>
            <a:ext cx="244518" cy="24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ells icon">
            <a:hlinkClick r:id="rId13" tooltip="Cells icon"/>
            <a:extLst>
              <a:ext uri="{FF2B5EF4-FFF2-40B4-BE49-F238E27FC236}">
                <a16:creationId xmlns:a16="http://schemas.microsoft.com/office/drawing/2014/main" id="{D518654C-6405-744B-2EB8-C263B05E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93" y="1618120"/>
            <a:ext cx="218709" cy="21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NA icon">
            <a:hlinkClick r:id="rId15" tooltip="DNA icon"/>
            <a:extLst>
              <a:ext uri="{FF2B5EF4-FFF2-40B4-BE49-F238E27FC236}">
                <a16:creationId xmlns:a16="http://schemas.microsoft.com/office/drawing/2014/main" id="{BA1A6D8C-2C98-CC3C-A6EB-8F3C42ADD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485" y="3897948"/>
            <a:ext cx="219439" cy="21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ell icon">
            <a:hlinkClick r:id="rId17" tooltip="cell icon"/>
            <a:extLst>
              <a:ext uri="{FF2B5EF4-FFF2-40B4-BE49-F238E27FC236}">
                <a16:creationId xmlns:a16="http://schemas.microsoft.com/office/drawing/2014/main" id="{392B5268-D797-FDC1-9439-526090ED4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485" y="4219444"/>
            <a:ext cx="219440" cy="21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3FC3D6-9F88-0035-8D53-568642039E09}"/>
              </a:ext>
            </a:extLst>
          </p:cNvPr>
          <p:cNvSpPr txBox="1"/>
          <p:nvPr/>
        </p:nvSpPr>
        <p:spPr>
          <a:xfrm>
            <a:off x="8214177" y="5689515"/>
            <a:ext cx="32004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Atlas Construction</a:t>
            </a:r>
          </a:p>
          <a:p>
            <a:r>
              <a:rPr lang="en-US" dirty="0"/>
              <a:t>Multi-Modal Models</a:t>
            </a:r>
          </a:p>
          <a:p>
            <a:r>
              <a:rPr lang="en-US" dirty="0"/>
              <a:t>Transformer-Based Algorithms</a:t>
            </a:r>
          </a:p>
        </p:txBody>
      </p:sp>
      <p:pic>
        <p:nvPicPr>
          <p:cNvPr id="1036" name="Picture 12" descr="Machine Learning icon">
            <a:hlinkClick r:id="rId19" tooltip="Machine Learning icon"/>
            <a:extLst>
              <a:ext uri="{FF2B5EF4-FFF2-40B4-BE49-F238E27FC236}">
                <a16:creationId xmlns:a16="http://schemas.microsoft.com/office/drawing/2014/main" id="{BE3E3E86-31AB-73F0-8312-05F1BD9AB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86" y="6295748"/>
            <a:ext cx="278188" cy="27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dimension icon">
            <a:extLst>
              <a:ext uri="{FF2B5EF4-FFF2-40B4-BE49-F238E27FC236}">
                <a16:creationId xmlns:a16="http://schemas.microsoft.com/office/drawing/2014/main" id="{481D2969-E600-FFE9-915B-8E43305DF0A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47086" y="6028177"/>
            <a:ext cx="246006" cy="246006"/>
          </a:xfrm>
          <a:prstGeom prst="rect">
            <a:avLst/>
          </a:prstGeom>
        </p:spPr>
      </p:pic>
      <p:pic>
        <p:nvPicPr>
          <p:cNvPr id="1038" name="Picture 14" descr="Atlas icon">
            <a:hlinkClick r:id="rId22" tooltip="Atlas icon"/>
            <a:extLst>
              <a:ext uri="{FF2B5EF4-FFF2-40B4-BE49-F238E27FC236}">
                <a16:creationId xmlns:a16="http://schemas.microsoft.com/office/drawing/2014/main" id="{0DA8004A-DCBA-C5B7-A97B-3C0E436A8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86" y="5760606"/>
            <a:ext cx="246006" cy="24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FC37AE9-5FD5-A106-1411-A414CF17F4A7}"/>
              </a:ext>
            </a:extLst>
          </p:cNvPr>
          <p:cNvSpPr txBox="1"/>
          <p:nvPr/>
        </p:nvSpPr>
        <p:spPr>
          <a:xfrm>
            <a:off x="811110" y="3692762"/>
            <a:ext cx="2487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Pre-Malignant States</a:t>
            </a:r>
          </a:p>
          <a:p>
            <a:r>
              <a:rPr lang="en-US" dirty="0"/>
              <a:t>Immune Evasion Onset</a:t>
            </a:r>
          </a:p>
        </p:txBody>
      </p:sp>
      <p:pic>
        <p:nvPicPr>
          <p:cNvPr id="1040" name="Picture 16" descr="Fire icon">
            <a:hlinkClick r:id="rId24" tooltip="Fire icon"/>
            <a:extLst>
              <a:ext uri="{FF2B5EF4-FFF2-40B4-BE49-F238E27FC236}">
                <a16:creationId xmlns:a16="http://schemas.microsoft.com/office/drawing/2014/main" id="{8C1E4E66-B712-46A0-BB5B-138089C1F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09" y="3755009"/>
            <a:ext cx="218633" cy="21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immune icon">
            <a:hlinkClick r:id="rId26" tooltip="immune icon"/>
            <a:extLst>
              <a:ext uri="{FF2B5EF4-FFF2-40B4-BE49-F238E27FC236}">
                <a16:creationId xmlns:a16="http://schemas.microsoft.com/office/drawing/2014/main" id="{32A2E4FA-5DB0-A03D-221C-0CD49CCB8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42" y="4030883"/>
            <a:ext cx="250968" cy="25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94BAC2-4803-AE50-B093-3B34D8BA3F31}"/>
              </a:ext>
            </a:extLst>
          </p:cNvPr>
          <p:cNvCxnSpPr/>
          <p:nvPr/>
        </p:nvCxnSpPr>
        <p:spPr>
          <a:xfrm>
            <a:off x="6554889" y="1025631"/>
            <a:ext cx="766482" cy="0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FA916A-A886-6573-1F07-2B16F217BE9E}"/>
              </a:ext>
            </a:extLst>
          </p:cNvPr>
          <p:cNvCxnSpPr>
            <a:cxnSpLocks/>
          </p:cNvCxnSpPr>
          <p:nvPr/>
        </p:nvCxnSpPr>
        <p:spPr>
          <a:xfrm flipV="1">
            <a:off x="6362720" y="1025631"/>
            <a:ext cx="192168" cy="406654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69300A-AA22-6009-5A20-661124EB859A}"/>
              </a:ext>
            </a:extLst>
          </p:cNvPr>
          <p:cNvCxnSpPr>
            <a:cxnSpLocks/>
          </p:cNvCxnSpPr>
          <p:nvPr/>
        </p:nvCxnSpPr>
        <p:spPr>
          <a:xfrm>
            <a:off x="8728075" y="4007044"/>
            <a:ext cx="120937" cy="0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290454-57F5-B869-C469-9DD7D4055E13}"/>
              </a:ext>
            </a:extLst>
          </p:cNvPr>
          <p:cNvCxnSpPr/>
          <p:nvPr/>
        </p:nvCxnSpPr>
        <p:spPr>
          <a:xfrm>
            <a:off x="7063908" y="6426439"/>
            <a:ext cx="766482" cy="0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ED53E2-72D1-EDA9-01B6-64D94908CB26}"/>
              </a:ext>
            </a:extLst>
          </p:cNvPr>
          <p:cNvCxnSpPr>
            <a:cxnSpLocks/>
          </p:cNvCxnSpPr>
          <p:nvPr/>
        </p:nvCxnSpPr>
        <p:spPr>
          <a:xfrm flipH="1" flipV="1">
            <a:off x="6688069" y="6267045"/>
            <a:ext cx="375839" cy="159394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0012A3-C42E-2620-0719-1941ECA54C78}"/>
              </a:ext>
            </a:extLst>
          </p:cNvPr>
          <p:cNvCxnSpPr>
            <a:cxnSpLocks/>
          </p:cNvCxnSpPr>
          <p:nvPr/>
        </p:nvCxnSpPr>
        <p:spPr>
          <a:xfrm>
            <a:off x="3339472" y="4026341"/>
            <a:ext cx="120937" cy="0"/>
          </a:xfrm>
          <a:prstGeom prst="line">
            <a:avLst/>
          </a:prstGeom>
          <a:ln>
            <a:solidFill>
              <a:srgbClr val="6E7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55EDA41-7CFB-5CE7-0A56-CCC3F1C70B43}"/>
              </a:ext>
            </a:extLst>
          </p:cNvPr>
          <p:cNvSpPr/>
          <p:nvPr/>
        </p:nvSpPr>
        <p:spPr>
          <a:xfrm>
            <a:off x="7257203" y="993547"/>
            <a:ext cx="64168" cy="64168"/>
          </a:xfrm>
          <a:prstGeom prst="ellipse">
            <a:avLst/>
          </a:prstGeom>
          <a:solidFill>
            <a:srgbClr val="6E788D"/>
          </a:solidFill>
          <a:ln>
            <a:solidFill>
              <a:srgbClr val="6E7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EF60B2-81A3-CE55-6B84-7EDCC10F8917}"/>
              </a:ext>
            </a:extLst>
          </p:cNvPr>
          <p:cNvSpPr/>
          <p:nvPr/>
        </p:nvSpPr>
        <p:spPr>
          <a:xfrm>
            <a:off x="8810849" y="3974960"/>
            <a:ext cx="64168" cy="64168"/>
          </a:xfrm>
          <a:prstGeom prst="ellipse">
            <a:avLst/>
          </a:prstGeom>
          <a:solidFill>
            <a:srgbClr val="6E788D"/>
          </a:solidFill>
          <a:ln>
            <a:solidFill>
              <a:srgbClr val="6E7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1800830-AC28-D4FD-7D83-5BDF28F373C5}"/>
              </a:ext>
            </a:extLst>
          </p:cNvPr>
          <p:cNvSpPr/>
          <p:nvPr/>
        </p:nvSpPr>
        <p:spPr>
          <a:xfrm>
            <a:off x="7787307" y="6394355"/>
            <a:ext cx="64168" cy="64168"/>
          </a:xfrm>
          <a:prstGeom prst="ellipse">
            <a:avLst/>
          </a:prstGeom>
          <a:solidFill>
            <a:srgbClr val="6E788D"/>
          </a:solidFill>
          <a:ln>
            <a:solidFill>
              <a:srgbClr val="6E7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3642316-4521-E116-D2E5-9F23F001D814}"/>
              </a:ext>
            </a:extLst>
          </p:cNvPr>
          <p:cNvSpPr/>
          <p:nvPr/>
        </p:nvSpPr>
        <p:spPr>
          <a:xfrm>
            <a:off x="3315602" y="3994257"/>
            <a:ext cx="64168" cy="64168"/>
          </a:xfrm>
          <a:prstGeom prst="ellipse">
            <a:avLst/>
          </a:prstGeom>
          <a:solidFill>
            <a:srgbClr val="6E788D"/>
          </a:solidFill>
          <a:ln>
            <a:solidFill>
              <a:srgbClr val="6E7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3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34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Shen, Yuchen</dc:creator>
  <cp:lastModifiedBy>Shen, Yuchen</cp:lastModifiedBy>
  <cp:revision>35</cp:revision>
  <dcterms:created xsi:type="dcterms:W3CDTF">2026-01-19T13:52:31Z</dcterms:created>
  <dcterms:modified xsi:type="dcterms:W3CDTF">2026-02-21T19:25:50Z</dcterms:modified>
</cp:coreProperties>
</file>